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4160CC8-4E04-A1FE-4D44-D084D3D61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AE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42FBFA28-BEFD-9A06-39DB-B9051C1F0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00DFD6F8-B029-6E9F-1679-E5B494D3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9045-B0DA-45F1-9323-38F4321D99E6}" type="datetimeFigureOut">
              <a:rPr lang="en-AE" smtClean="0"/>
              <a:t>14/07/2026</a:t>
            </a:fld>
            <a:endParaRPr lang="en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2DAE4F0-8ED8-1702-F3AF-8EEFE8AE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6159BA75-29AB-DE72-34B6-226947ACF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F86D-6BDC-4503-8993-72D25D096D7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86489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7F6DEBE-F1A7-5DB7-F7DA-E93560455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F2E1144-AE5B-03D8-E675-05166FDFC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2BA9398-4BF4-C51F-54D2-D7B668B6D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9045-B0DA-45F1-9323-38F4321D99E6}" type="datetimeFigureOut">
              <a:rPr lang="en-AE" smtClean="0"/>
              <a:t>14/07/2026</a:t>
            </a:fld>
            <a:endParaRPr lang="en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D84CE40-5645-2BAA-0F9C-530AF5835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DEDBD9E5-4B84-B1D6-5166-7B9BB03CE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F86D-6BDC-4503-8993-72D25D096D7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87649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9231352-FB22-4094-5C3B-B6CA4F04D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1269924E-51E1-368B-5D40-94902886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48E4115-9673-E40B-01E0-B3D2050A9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9045-B0DA-45F1-9323-38F4321D99E6}" type="datetimeFigureOut">
              <a:rPr lang="en-AE" smtClean="0"/>
              <a:t>14/07/2026</a:t>
            </a:fld>
            <a:endParaRPr lang="en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A9B8DF8-6F3F-FB6C-D099-623232BD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1651B1F-6143-8500-65D1-C0A7385A7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F86D-6BDC-4503-8993-72D25D096D7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85791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766CB73-A1E3-831C-2788-7F435061B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6B8AE8F-112F-2C27-BEA4-23B992D66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AE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82DE09E2-8785-E331-81FD-BEB035CA9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AE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4ED19572-01B8-88DC-6AAC-0ED67BAC0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9045-B0DA-45F1-9323-38F4321D99E6}" type="datetimeFigureOut">
              <a:rPr lang="en-AE" smtClean="0"/>
              <a:t>14/07/2026</a:t>
            </a:fld>
            <a:endParaRPr lang="en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88DA9F47-5A3A-26D8-B2EF-ED69862FA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7E565539-40A3-8867-E633-18133E058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F86D-6BDC-4503-8993-72D25D096D7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07488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4CE9324-1873-5652-D93B-83F077016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CC05CAC-EE13-5116-9249-F463A4F89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3952F926-67F9-4BBF-2C37-C19ABA3C5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AE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0AC3016E-38BE-4F88-8298-52D32185B2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554EDCE4-5336-8E37-BFC6-BEEDE4F5F6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AE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710F9204-E3AE-AC8D-E9A3-A63EF4206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9045-B0DA-45F1-9323-38F4321D99E6}" type="datetimeFigureOut">
              <a:rPr lang="en-AE" smtClean="0"/>
              <a:t>14/07/2026</a:t>
            </a:fld>
            <a:endParaRPr lang="en-AE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BE6BF07B-AC25-0671-4CB2-33E65ECF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EC5C90AF-F5F6-95B9-311C-BEB88A0FB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F86D-6BDC-4503-8993-72D25D096D7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88251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D75B9CB-38A0-70F7-6FBF-6D428FFE0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AE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C62940A1-2671-BB77-46D2-56852D626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9045-B0DA-45F1-9323-38F4321D99E6}" type="datetimeFigureOut">
              <a:rPr lang="en-AE" smtClean="0"/>
              <a:t>14/07/2026</a:t>
            </a:fld>
            <a:endParaRPr lang="en-AE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C4B823A4-825A-076F-99C0-511B5BD3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6E9F3BA2-8C5E-2B30-D9B3-F2E2310A2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F86D-6BDC-4503-8993-72D25D096D7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9082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6042BF79-1E29-CF66-494E-A80ECF400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9045-B0DA-45F1-9323-38F4321D99E6}" type="datetimeFigureOut">
              <a:rPr lang="en-AE" smtClean="0"/>
              <a:t>14/07/2026</a:t>
            </a:fld>
            <a:endParaRPr lang="en-AE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4076F946-4479-50C7-85CB-8735ED458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746D5364-1B7A-5C03-C912-93D450D70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F86D-6BDC-4503-8993-72D25D096D7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3402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3ECB456-39F3-7B79-F91A-C81BB4D01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82ACD2C-F3D7-0638-E55B-87B0E5320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AE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AD17EBA2-6EE0-1980-1478-22F2E736B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11D0D2E5-CDA3-E642-FE2C-7503503EE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9045-B0DA-45F1-9323-38F4321D99E6}" type="datetimeFigureOut">
              <a:rPr lang="en-AE" smtClean="0"/>
              <a:t>14/07/2026</a:t>
            </a:fld>
            <a:endParaRPr lang="en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5BEDF643-511F-4ACA-3D02-2029FFD57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4A26D73A-FA36-1005-CA1C-DB02B2BD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F86D-6BDC-4503-8993-72D25D096D7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8328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68A0D6C-E1B9-F37F-261B-6B1AA2FC3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AE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E8982DDE-EF16-DC69-F2BD-6C8D2E6B5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AC8ED0D5-EDA5-BFA0-8C0C-C27BCADE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C2A2BA2A-E042-39EE-16CC-3ACF5A45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9045-B0DA-45F1-9323-38F4321D99E6}" type="datetimeFigureOut">
              <a:rPr lang="en-AE" smtClean="0"/>
              <a:t>14/07/2026</a:t>
            </a:fld>
            <a:endParaRPr lang="en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A2F16547-44EE-5355-C3E9-271B8F02C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765AA843-AF28-81F1-C539-1BA8E461F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F86D-6BDC-4503-8993-72D25D096D7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25112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F79F966-1FDC-1627-EED7-854EE416C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AE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813D170F-FBEC-C036-210A-635765E94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A4075D2-547A-3CE9-C99F-CA7BAD4D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9045-B0DA-45F1-9323-38F4321D99E6}" type="datetimeFigureOut">
              <a:rPr lang="en-AE" smtClean="0"/>
              <a:t>14/07/2026</a:t>
            </a:fld>
            <a:endParaRPr lang="en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63ED09F-34D4-F919-C4C0-50B0E57B1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45D4F9D-AED5-186B-6D16-2A4B45115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F86D-6BDC-4503-8993-72D25D096D7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91332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AEE4E844-DEAD-56A6-68E8-51E79FB6E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AE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9A6345F9-B1F4-08B5-A1B7-1DB473547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B8CB788C-026A-335C-64D3-F489EBF85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9045-B0DA-45F1-9323-38F4321D99E6}" type="datetimeFigureOut">
              <a:rPr lang="en-AE" smtClean="0"/>
              <a:t>14/07/2026</a:t>
            </a:fld>
            <a:endParaRPr lang="en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4B24663-2D93-1D51-256D-8F625ED10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5606462-8F62-E970-ADD6-5C75820D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F86D-6BDC-4503-8993-72D25D096D7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69253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AFC9B25A-74CB-CCEB-5704-26485FA0D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6DAC8481-9842-6793-372C-8B980EC67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BF862B3-7612-D755-DD33-5497A68A7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A9045-B0DA-45F1-9323-38F4321D99E6}" type="datetimeFigureOut">
              <a:rPr lang="en-AE" smtClean="0"/>
              <a:t>14/07/2026</a:t>
            </a:fld>
            <a:endParaRPr lang="en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697F591-32D0-4F4C-8188-4B61DD979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DECE7CC-A2A1-021A-8E74-B0AC87900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3F86D-6BDC-4503-8993-72D25D096D73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04595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صورة 34">
            <a:extLst>
              <a:ext uri="{FF2B5EF4-FFF2-40B4-BE49-F238E27FC236}">
                <a16:creationId xmlns:a16="http://schemas.microsoft.com/office/drawing/2014/main" id="{0DE1AB6D-1777-64E4-4034-8AEC7F46F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498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4ACFF-D405-5B94-4067-78D9FD95D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DD3F0231-E199-F93C-E973-8A7089152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768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C575B-4AAE-0154-D7E8-E2815E570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89F92B9C-AD1A-A12F-B7FD-1C5A8E773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675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F924D-CD6B-DBD3-BBA6-C301B5135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5B4C9177-19E8-1852-052E-65D2983E7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371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A1A48-0A87-ED28-4017-BD75D77E5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F62B4A6B-F33D-061C-1488-07065A4F7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073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6068C-706E-AF50-7FDE-C6FD0DE3C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2047A7F8-A62C-0104-5F3E-851308693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651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26012-4412-72A0-F370-A27AAB41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C7289FF6-49E3-65E7-B830-24D0E70DE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906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44045-1C1C-72EF-FB79-3E5C5A19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0703B2F9-F776-0A1F-E834-34ABA370E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56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49EF5-3BBA-B0EE-B2BC-793FAEBBE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77A258E9-933F-5004-CD04-EB3EA9D21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63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B7A7E-594E-4FE4-CEEB-706FC0641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FCD8C2EE-DA48-E9BC-5879-6678DA7A3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175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8ED75-2344-25AF-5FC3-BA780F8EA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62444020-BCAD-B9DF-8DA3-3B59E96CA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3" y="0"/>
            <a:ext cx="12158947" cy="687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39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DBFB9-44EE-83C3-9065-AD196F7B3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94FE90B6-DBB5-FD1D-8576-DBC533636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861" y="0"/>
            <a:ext cx="122317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567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3A54F-74A5-1ED6-02B5-8A0791BEF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22807B22-BCA5-2376-37E5-459B87AC1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61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4B595-10B5-7AC3-438C-A319C2462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2FE4544F-E4AB-596D-50B5-124A24AE9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261315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0</Words>
  <Application>Microsoft Office PowerPoint</Application>
  <PresentationFormat>شاشة عريضة</PresentationFormat>
  <Paragraphs>0</Paragraphs>
  <Slides>14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Alabbasi</dc:creator>
  <cp:lastModifiedBy>Alabbasi</cp:lastModifiedBy>
  <cp:revision>3</cp:revision>
  <dcterms:created xsi:type="dcterms:W3CDTF">2026-07-12T18:49:22Z</dcterms:created>
  <dcterms:modified xsi:type="dcterms:W3CDTF">2026-07-14T07:51:25Z</dcterms:modified>
</cp:coreProperties>
</file>